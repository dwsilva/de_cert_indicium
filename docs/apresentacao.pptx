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Apresentar-se e dizer em uma frase o que foi construído: uma POC que centraliza os dados do ERP do BanVic num ambiente reprodutível.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em 20 segundos. Não se alongar: o avaliador quer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recorte é consciente, não falta de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fluxo com o cursor: arquivo, Airflow, duas camadas de destino, consumo. Enfatizar que tudo é provisionado por Terraform.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tabela inteira. Destacar kind, Terraform e Meltano.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forte da entrega. A idempotência vem de dois mecanismos, não de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abrir o Graph View do Airflow em vez de ficar no slide. O importante é mostrar a bifurcação e o fan-in.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distinção entre erro transitório e erro de dado é o ponto a martelar.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CI tem um job que falha se um arquivo de credencial ou senha literal entrar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make verify ao vivo em vez de ficar neste slide, se o tempo permitir.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dizendo que a POC termina onde começa a camada analítica — e isso é proposital.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infraestrutura como código, ingestão idempotente, orquestração com dependências explícitas e nenhum segredo versionado.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DATA ENGINEER · INDICIUM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BanVic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10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FC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ingestão de dados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como código, pipeline ELT e orquestração para tirar o banco das planilhas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Couto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BanVic decide por dados sem ter os dados no lugar certo.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65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manual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9659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apresentações; nenhuma ferramenta de BI em uso.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9900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preso na origem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99008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 e marketing em sistemas separados, sem ponto único de consulta.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0142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operacional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401421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do André repete extrações à mão, com o erro humano que isso carrega.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0383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travado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503834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de crédito do Lucas precisa de base confiável para provar valor.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6035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 entrega o caminho automatizado, reprodutível e auditável do ERP até um ambiente único de consulta.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da entrega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dentro da POC e o que é jornada seguinte.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33472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como código do ambiente inteiro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ingestão das 7 tabelas do ERP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Orquestração, tratamento de falha e idempotência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qualidade e auditoria das execuções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demonstração funcional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72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seguintes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33472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com dbt sobre o schema raw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comercial para a área da Camila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alavancas pedido pela CEO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com Prometheus e Grafana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incremental quando a origem for o banco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Kubernetes local provisionado por Terraform, do arquivo ao analista.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1272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do ERP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198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3538728"/>
            <a:ext cx="5029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283464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9443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236976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KubernetesExecutor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task = um pod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3538728"/>
            <a:ext cx="411480" cy="-59436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3538728"/>
            <a:ext cx="411480" cy="59436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3317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4414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— Data Lake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34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bruta particionada por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8130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1056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raw carregado pelo Meltano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3538728"/>
            <a:ext cx="45720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55480" y="301752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D7E6E8"/>
          </a:solidFill>
          <a:ln w="12700">
            <a:solidFill>
              <a:srgbClr val="D7E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31272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34198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· BI · ad-hoc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7150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provisiona namespace, Secrets, volumes, PostgreSQL, MinIO e o release Helm do Airflow. Um comando recria o ambiente do zero.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e por quê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escolha resolve um problema concreto da POC.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1109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Kubernetes local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965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em container, leve, publica as portas do nó direto no host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679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como código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679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apply recria o ambiente inteiro; estado explícito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3924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2.10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3924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3924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KubernetesExecutor: cada task é um pod, sem Celery nem Redis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056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105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 Load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Singer, configuração declarativa, MERGE por chave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6402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818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8188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48188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S3 — mesma interface que a nuvem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5532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analítico simples e conhecido pelo time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ingestão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carrega primeiro, transforma depois. Dois destinos, propósitos diferentes.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byte a byte, particionada por data de referência.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63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41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raw/erp/&lt;tabela&gt;/data_referencia=&lt;ds&gt;/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imutável do que foi recebido. Permite reprocessar qualquer data sem voltar ao ERP.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06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raw carregado pelo Meltano.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063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41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tap-csv  →  target-postgres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520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 declarada por tabela e colunas _sdc_* de rastreabilidade de origem.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Idempotência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394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partição do Data Lake é sobrescrita e o target-postgres faz MERGE em vez de INSERT. Reprocessar a mesma data não duplica nada — verificado em três execuções seguidas.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banvic_erp_ingestao · diária às 04:35 · sem catchup · execução única simultânea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98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912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tabela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3268980"/>
            <a:ext cx="36576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2788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8986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Preparo do DW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1912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idempotente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3268980"/>
            <a:ext cx="365760" cy="-8686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3268980"/>
            <a:ext cx="365760" cy="8686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19202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Data Lake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3225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uploads em paralelo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365760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3767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DW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40599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 em pod dedicado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4137660"/>
            <a:ext cx="2743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9560" y="365760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0" y="3767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4059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x destino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0" y="2400300"/>
            <a:ext cx="228600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2400300"/>
            <a:ext cx="0" cy="8686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4137660"/>
            <a:ext cx="27432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3268980"/>
            <a:ext cx="0" cy="8686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3268980"/>
            <a:ext cx="3200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49840" y="27889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D7E6E8"/>
          </a:solidFill>
          <a:ln w="12700">
            <a:solidFill>
              <a:srgbClr val="D7E6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0" y="2898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31912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 execução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349240"/>
            <a:ext cx="310896" cy="310896"/>
          </a:xfrm>
          <a:prstGeom prst="ellipse">
            <a:avLst/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garantem que nada comece com fonte incompleta.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43400" y="5349240"/>
            <a:ext cx="310896" cy="310896"/>
          </a:xfrm>
          <a:prstGeom prst="ellipse">
            <a:avLst/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4340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ramos paralelos: não dependem um do outro.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46720" y="5349240"/>
            <a:ext cx="310896" cy="310896"/>
          </a:xfrm>
          <a:prstGeom prst="ellipse">
            <a:avLst/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5349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5303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só roda depois do Meltano — dependência real.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Resiliência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transitório e erro de dado são tratados de formas diferentes.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1109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demora a subir, banco reiniciando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965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retries=3 com backoff exponencial, teto de 10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9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ausente ou vazio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6791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AirflowFailException — falha imediata, sem gastar retry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392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divergente, chave nula ou duplicada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3924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tabela derruba a execução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05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travada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1056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execution_timeout de 30 min (45 min no Meltano)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6402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8188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destruído com o log dentro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8188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remoto no MinIO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32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em produção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55321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on_failure_callback grava status FALHA na auditoria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com falha não são removidos — ficam disponíveis para kubectl logs e describe no post-mortem.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segredos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clona o repositório não recebe credencial nenhuma.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na hora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194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rand na primeira execução, em arquivo fora do versionamento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Viram Secret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declara as variáveis como sensitive e cria Secrets do Kubernetes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803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por ambiente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8039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consomem via envFrom secretRef — nunca por arquivo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608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injetadas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60857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AIRFLOW_CONN_* não ficam no banco nem são digitadas na interface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3153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413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 referencia nomes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4132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meltano.yml usa ${BANVIC_DW_PASSWORD}, nunca o valor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tabelas do ERP em duas camadas, com contagem conferida a cada execução.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76.206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carregados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tabelas · 2 camadas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execuções com resultado idêntico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048256"/>
            <a:ext cx="7040880" cy="438912"/>
          </a:xfrm>
          <a:prstGeom prst="roundRect">
            <a:avLst>
              <a:gd name="adj" fmla="val 16667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agencias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587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54096"/>
            <a:ext cx="7040880" cy="438912"/>
          </a:xfrm>
          <a:prstGeom prst="roundRect">
            <a:avLst>
              <a:gd name="adj" fmla="val 16667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colaboradores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593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colaborador_agencia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5935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059936"/>
            <a:ext cx="7040880" cy="438912"/>
          </a:xfrm>
          <a:prstGeom prst="roundRect">
            <a:avLst>
              <a:gd name="adj" fmla="val 16667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4096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propostas_credito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5065776"/>
            <a:ext cx="7040880" cy="438912"/>
          </a:xfrm>
          <a:prstGeom prst="roundRect">
            <a:avLst>
              <a:gd name="adj" fmla="val 16667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5102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transacoes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5102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71.999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conferência é uma task da DAG: compara a contagem do arquivo de origem com a do destino e derruba a execução se divergir.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POC deixa preparado para a jornada de dados do BanVic.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com dbt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schema raw: tipagem, padronização e modelo dimensional.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807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comercial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8072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por cliente, base ativa e sinais de churn para a área da Camila.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484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alavancas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6484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transações, contas, propostas e agências no mesmo lugar, a pergunta da CEO vira consulta.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489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4897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 Grafana sobre o exporter StatsD que já está ativo.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330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incremental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3309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quando a origem deixar de ser arquivo e passar a ser o banco do ERP.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como código, ingestão idempotente, orquestração com dependências explícitas e nenhum segredo versionado.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2788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ambiente do zero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run-dag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520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e dispara a DAG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verify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2519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os dados no Data Warehouse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datalake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983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os objetos no MinIO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github.com/dwsilva/de_cert_indicium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BanVic - Plataforma de Ingestao de Dados</dc:title>
  <dc:subject>PptxGenJS Presentation</dc:subject>
  <dc:creator>David Couto</dc:creator>
  <cp:lastModifiedBy>David Couto</cp:lastModifiedBy>
  <cp:revision>1</cp:revision>
  <dcterms:created xsi:type="dcterms:W3CDTF">2026-09-16T21:34:46Z</dcterms:created>
  <dcterms:modified xsi:type="dcterms:W3CDTF">2026-09-16T21:34:46Z</dcterms:modified>
</cp:coreProperties>
</file>