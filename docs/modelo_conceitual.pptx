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DATA ENGINEER · INDICIUM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Conceitual de Dados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FC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Vitória S.A. — sistema de ERP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06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entidades e um relacionamento associativo, derivados das sete tabelas de origem do ERP.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486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Couto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entidade–relacionamento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 lida no sentido da seta: 1 ocorrência da entidade de origem para N da entidade de destino.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23774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396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cod_cliente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173736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737360"/>
            <a:ext cx="23774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737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1396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num_conta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0" y="173736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1737360"/>
            <a:ext cx="23774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0" y="1737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0" y="213969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cod_transacao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572000"/>
            <a:ext cx="23774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PROPOSTA_CRÉDITO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9743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cod_proposta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45720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4572000"/>
            <a:ext cx="23774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06240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49743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cod_colaborador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686800" y="4572000"/>
            <a:ext cx="23774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4572000"/>
            <a:ext cx="23774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0" y="4572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4974336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cod_agencia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17520" y="2171700"/>
            <a:ext cx="1188720" cy="0"/>
          </a:xfrm>
          <a:prstGeom prst="line">
            <a:avLst/>
          </a:prstGeom>
          <a:noFill/>
          <a:ln w="19050">
            <a:solidFill>
              <a:srgbClr val="17414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054096" y="18699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877056" y="18699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2926080" y="22448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83680" y="2171700"/>
            <a:ext cx="2103120" cy="0"/>
          </a:xfrm>
          <a:prstGeom prst="line">
            <a:avLst/>
          </a:prstGeom>
          <a:noFill/>
          <a:ln w="19050">
            <a:solidFill>
              <a:srgbClr val="17414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20256" y="18699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357616" y="18699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22448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828800" y="2606040"/>
            <a:ext cx="0" cy="1965960"/>
          </a:xfrm>
          <a:prstGeom prst="line">
            <a:avLst/>
          </a:prstGeom>
          <a:noFill/>
          <a:ln w="19050">
            <a:solidFill>
              <a:srgbClr val="17414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883664" y="26883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883664" y="42519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011680" y="34610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06240" y="5006340"/>
            <a:ext cx="-1188720" cy="0"/>
          </a:xfrm>
          <a:prstGeom prst="line">
            <a:avLst/>
          </a:prstGeom>
          <a:noFill/>
          <a:ln w="19050">
            <a:solidFill>
              <a:srgbClr val="17414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77056" y="47045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3054096" y="47045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2926080" y="50794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394960" y="4572000"/>
            <a:ext cx="0" cy="-1965960"/>
          </a:xfrm>
          <a:prstGeom prst="line">
            <a:avLst/>
          </a:prstGeom>
          <a:noFill/>
          <a:ln w="19050">
            <a:solidFill>
              <a:srgbClr val="17414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49824" y="425196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449824" y="2688336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623560" y="34610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686800" y="5006340"/>
            <a:ext cx="-2103120" cy="0"/>
          </a:xfrm>
          <a:prstGeom prst="line">
            <a:avLst/>
          </a:prstGeom>
          <a:noFill/>
          <a:ln w="19050">
            <a:solidFill>
              <a:srgbClr val="17414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57616" y="47045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6620256" y="47045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949440" y="50794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875520" y="4572000"/>
            <a:ext cx="-3291840" cy="-2189988"/>
          </a:xfrm>
          <a:prstGeom prst="line">
            <a:avLst/>
          </a:prstGeom>
          <a:noFill/>
          <a:ln w="19050">
            <a:solidFill>
              <a:srgbClr val="17414D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509760" y="427024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656832" y="240030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229600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abriga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0080" y="576072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   </a:t>
            </a:r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sublinhado</a:t>
            </a:r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N  lê-se “um para muitos”</a:t>
            </a:r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0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em itálico: verbo do relacionamento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BanVic · Modelo Conceitual de Dados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Dicionário de entidades (1 de 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em negrito e sublinhado; FK indica atributo que referencia outra entidade.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física ou jurídica titular de contas no banco.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cod_cliente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primeiro_nome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ultimo_nome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tipo_cliente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data_inclusao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cpfcnpj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data_nascimento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8288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031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corrente ou de investimento vinculada a um cliente.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2316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num_conta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cod_cliente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cod_agencia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cod_colaborador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tipo_conta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data_abertura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saldo_total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saldo_disponivel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data_ultimo_lancamento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2519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262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atendimento físico ou digital do banco.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84632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cod_agencia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data_abertura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tipo_agencia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4114800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425196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52628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 responsável por contas e propostas.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84632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cod_colaborador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primeiro_nome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ultimo_nome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data_nascimento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BanVic · Modelo Conceitual de Dados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Dicionário de entidades (2 de 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PROPOSTA_CRÉDITO é a entidade central do piloto de análise de crédito.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PROPOSTA_CRÉDITO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de crédito registrada por um colaborador.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cod_proposta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cod_cliente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cod_colaborador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data_entrada_proposta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taxa_juros_mensal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valor_proposta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valor_financiamento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valor_entrada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valor_prestacao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quantidade_parcelas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carencia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status_proposta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1691640"/>
          </a:xfrm>
          <a:prstGeom prst="roundRect">
            <a:avLst>
              <a:gd name="adj" fmla="val 3243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8288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031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financeira ocorrida em uma conta.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42316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cod_transacao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num_conta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data_transacao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nome_transacao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valor_transacao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63640" y="3566160"/>
            <a:ext cx="5349240" cy="1188720"/>
          </a:xfrm>
          <a:prstGeom prst="roundRect">
            <a:avLst>
              <a:gd name="adj" fmla="val 4615"/>
            </a:avLst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033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COLABORADOR_AGÊNCIA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97764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 associativo entre colaborador e agência.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2976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cod_colaborador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PK/FK</a:t>
            </a:r>
            <a:endParaRPr lang="en-US" sz="9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b="1" u="sng" dirty="0">
                <a:solidFill>
                  <a:srgbClr val="1C2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cod_agencia</a:t>
            </a:r>
            <a:pPr indent="0" marL="0">
              <a:lnSpc>
                <a:spcPct val="106000"/>
              </a:lnSpc>
              <a:buNone/>
            </a:pPr>
            <a:r>
              <a:rPr lang="en-US" sz="950" i="1" dirty="0">
                <a:solidFill>
                  <a:srgbClr val="5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PK/FK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63640" y="4937760"/>
            <a:ext cx="5349240" cy="1325880"/>
          </a:xfrm>
          <a:prstGeom prst="roundRect">
            <a:avLst>
              <a:gd name="adj" fmla="val 4138"/>
            </a:avLst>
          </a:prstGeom>
          <a:solidFill>
            <a:srgbClr val="EAF3F4"/>
          </a:solidFill>
          <a:ln w="12700">
            <a:solidFill>
              <a:srgbClr val="EAF3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507492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a tabela associativa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34924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permite N:N, mas nos dados atuais cada colaborador está lotado em exatamente uma agência (1 a 16 colaboradores por agência). O modelo preserva a associativa para não restringir o domínio da origem.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BanVic · Modelo Conceitual de Dados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Relacionamentos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 expressa como (mínimo, máximo) em cada participação.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6916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6916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6916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60920" y="16916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" y="2011680"/>
            <a:ext cx="11100816" cy="512064"/>
          </a:xfrm>
          <a:prstGeom prst="rect">
            <a:avLst/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5740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0574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possui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05740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205740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(0,N) : (1,1)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360920" y="205740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cliente pode ter várias contas; toda conta é de um único cliente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62432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26243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abriga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262432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62432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(0,N) : (1,1)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2624328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conta está vinculada a uma única agência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0352" y="3145536"/>
            <a:ext cx="11100816" cy="512064"/>
          </a:xfrm>
          <a:prstGeom prst="rect">
            <a:avLst/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19125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31912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3191256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3191256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(0,N) : (1,1)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360920" y="3191256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conta tem um colaborador responsável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758184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37581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794760" y="3758184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TRANSAÇÃO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375818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(0,N) : (1,1)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360920" y="3758184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transação pertence a uma única conta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" y="4279392"/>
            <a:ext cx="11100816" cy="512064"/>
          </a:xfrm>
          <a:prstGeom prst="rect">
            <a:avLst/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325112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423160" y="43251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794760" y="4325112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PROPOSTA_CRÉDITO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852160" y="432511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(0,N) : (1,1)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360920" y="4325112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proposta é de um único cliente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89204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2423160" y="48920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3794760" y="4892040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PROPOSTA_CRÉDITO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852160" y="489204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(0,N) : (1,1)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360920" y="4892040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proposta é registrada por um colaborador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0352" y="5413248"/>
            <a:ext cx="11100816" cy="512064"/>
          </a:xfrm>
          <a:prstGeom prst="rect">
            <a:avLst/>
          </a:prstGeom>
          <a:solidFill>
            <a:srgbClr val="F4F8F8"/>
          </a:solidFill>
          <a:ln w="12700">
            <a:solidFill>
              <a:srgbClr val="F4F8F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" y="5458968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2423160" y="545896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lota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794760" y="5458968"/>
            <a:ext cx="2057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852160" y="545896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(1,N) : (1,N)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7360920" y="5458968"/>
            <a:ext cx="4160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Associativa: estrutura N:N, hoje realizada como 1:N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BanVic · Modelo Conceitual de Dados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Observações sobre os dados de origem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Constatações levantadas na carga. O schema raw preserva a origem como ela é; o tratamento pertence à camada de transformação.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9384"/>
            <a:ext cx="310896" cy="310896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8745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referencial incompleta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85416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conta e 4 propostas de crédito referenciam clientes que não existem em CLIENTE. O modelo declara o relacionamento, mas a origem não o garante — a camada de transformação precisa decidir entre descartar, isolar em quarentena ou criar um cliente desconhecido.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44952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044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99008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de tipo_cliente subutilizado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00984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atributo admite PF e PJ, mas a base contém apenas PF. O modelo mantém o domínio aberto para não restringir a evolução do cadastro.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105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Associativa realizada como 1:N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416552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COLABORADOR_AGÊNCIA permite N:N, mas cada colaborador aparece em exatamente uma agência. A estrutura foi preservada por refletir a intenção do sistema de origem.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27608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276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221224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sem conversão na camada raw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5532120"/>
            <a:ext cx="10332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Datas, valores e identificadores chegam como texto, por opção: o schema raw é espelho fiel da origem. Tipagem e padronização ocorrem na modelagem dimensional, fora do escopo desta POC.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BanVic · Modelo Conceitual de Dados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BanVic - Modelo Conceitual de Dados</dc:title>
  <dc:subject>PptxGenJS Presentation</dc:subject>
  <dc:creator>David Couto</dc:creator>
  <cp:lastModifiedBy>David Couto</cp:lastModifiedBy>
  <cp:revision>1</cp:revision>
  <dcterms:created xsi:type="dcterms:W3CDTF">2026-09-30T08:16:49Z</dcterms:created>
  <dcterms:modified xsi:type="dcterms:W3CDTF">2026-09-30T08:16:49Z</dcterms:modified>
</cp:coreProperties>
</file>